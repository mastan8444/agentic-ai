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35</c:v>
                </c:pt>
                <c:pt idx="2">
                  <c:v>65</c:v>
                </c:pt>
                <c:pt idx="3">
                  <c:v>85</c:v>
                </c:pt>
                <c:pt idx="4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200EA"/>
                </a:solidFill>
              </a:rPr>
              <a:t>Digital Marketing Ternds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🔄  1. AI-Powered Personalization in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AI analyzes 70% more customer data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85% personalization by 2025 predicted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60% increase in customer satisfaction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15% higher conversion rates achieved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40% reduction in marketing costs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70% of consumers prefer personalized ads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50% better engagement with AI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30% sales growth from personalization</a:t>
            </a:r>
          </a:p>
        </p:txBody>
      </p:sp>
      <p:pic>
        <p:nvPicPr>
          <p:cNvPr id="5" name="Picture 4" descr="lorem_img_17754036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🚀  2. The Rise of Video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Global video views grew 86% in 2024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85% consumers prefer video for product info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Marketers see 1200% ROI on video ads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74% customers make purchases after viewing videos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Video content reduces bounce rate by 86%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92% of marketers plan to increase video budgets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Average video length for engagement is 1:29 minutes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Live streaming viewership increased 50% in 2024</a:t>
            </a:r>
          </a:p>
        </p:txBody>
      </p:sp>
      <p:pic>
        <p:nvPicPr>
          <p:cNvPr id="5" name="Picture 4" descr="lorem_img_17754036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🚀  3. Sustainability and Ethical 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71% consumers prefer sustainable brands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Ethical practices boost customer loyalty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60% avoid companies with poor ethics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Sustainable marketing increases brand value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Transparency in supply chain crucial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85% trust companies addressing social issues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Ecofriendly packaging gains popularity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Sustainable initiatives enhance brand image</a:t>
            </a:r>
          </a:p>
        </p:txBody>
      </p:sp>
      <p:pic>
        <p:nvPicPr>
          <p:cNvPr id="5" name="Picture 4" descr="lorem_img_17754036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💡  4. Influencer Marketing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Influencers become brand partners, not just endorsers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82% increase in influencer collaborations by 2025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Niche influencers gain more traction than broad ones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Video content dominates, growing 40% annually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Authenticity remains key, driving 75% engagement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Virtual influencers rise, expected 50% market share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Sustainability themes influence 65% of influencer campaigns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AI enhances influencer marketing, improving ROI by 35%</a:t>
            </a:r>
          </a:p>
        </p:txBody>
      </p:sp>
      <p:pic>
        <p:nvPicPr>
          <p:cNvPr id="5" name="Picture 4" descr="lorem_img_17754036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✨  5. Augmented Reality in Advertising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AR ad spend to reach $6 billion by 2025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71% users engage more with AR ads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85% prefer AR for product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AR increases brand recall by 55%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60% consumers buy after AR experience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AR ads see 150% higher conversion rates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75% marketers plan to increase AR use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AR enhances customer engagement significantly</a:t>
            </a:r>
          </a:p>
        </p:txBody>
      </p:sp>
      <p:pic>
        <p:nvPicPr>
          <p:cNvPr id="5" name="Picture 4" descr="lorem_img_17754036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✨  6. Voice Search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Voice search usage to grow 50% by 2025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55% of users prefer voice search for handsfree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Smart speakers penetration reaches 40%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Natural language processing improves 30%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Local businesses see 2x traffic from voice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Voice assistants process 2 billion queries daily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Mobile voice search grows 75% annually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SEO for longtail keywords crucial</a:t>
            </a:r>
          </a:p>
        </p:txBody>
      </p:sp>
      <p:pic>
        <p:nvPicPr>
          <p:cNvPr id="5" name="Picture 4" descr="lorem_img_17754036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200EA"/>
                </a:solidFill>
              </a:rPr>
              <a:t>📊  7. Data Privacy and Security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6200EA"/>
                </a:solidFill>
              </a:rPr>
              <a:t>💡  8. Omnichannel Customer Experience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Personalized recommendations across channels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Realtime customer feedback analysis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Seamless integration of AI chatbots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Enhanced mobile optimization for UX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Augmented reality for product experiences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Dynamic content based on behavior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Social media influencer partnerships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Omnichannel loyalty program integration</a:t>
            </a:r>
          </a:p>
        </p:txBody>
      </p:sp>
      <p:pic>
        <p:nvPicPr>
          <p:cNvPr id="5" name="Picture 4" descr="lorem_img_17754036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